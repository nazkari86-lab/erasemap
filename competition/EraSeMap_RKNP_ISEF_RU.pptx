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простой мысли: ответ DELETE 200 OK подтверждает только команду, но не исчезновение копий и производных. EraSeMap превращает обещание удаления в проверяемый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что один пользователь представлен не одной строкой: есть шаблон, кэш, backup и влияние на модель. Любая из ветвей может стать путём восстановления.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Проговорите пять вопросов вместо названий внутренних модулей. Так алгоритм понятен комиссии: карта, поиск пути, минимальный план, временная проверка и сертификат.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сила — безопасный отказ. COMPLETE выдаётся только при одновременном физическом, производном и временном закрытии.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не нужно перечислять код. Покажите цепочку доказательства: реестр — проба — план — replay — сертификат.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 назовите метрику: false COMPLETE, а не общая точность. Ноль — безопасный результат на ограниченном протоколе, не обещание промышленного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показывает эффективность после прохождения safety gates. Это нормализованная bounded задача, поэтому не переносите цифры автоматически на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Активная проба выбирает следующий тест так, чтобы разделить оставшиеся гипотезы. Результат family-held-out показывает переносимость на новые семейства топологий, но не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скрывайте отрицательный model-unlearning результат. Сильная область проекта — evidence-led storage deletion; модельный канал доказывается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— удобная рамка для комиссии. Важно уточнить: formal checks подтверждают conformance протокола и composition property, но не заменяют внешний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 термины: retained utility — полезность для оставшихся пользователей; exact fallback — безопасное переобучение. Отрицательный результат здесь усиливает научную честность.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Новизна формулируется как композиция: recovery-path discovery, temporal closure и сертификат с границей неизвестности. Отдельно покажите, какие доказательства уже есть, а какие ещё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Закройте одной фразой: EraSeMap проверяет путь, а не обещание. Если спросят о следующем шаге, называйте independent hidden challenge и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RESEARCH PROTOTYPE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кнопка.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проверяемый путь.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4381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проверяет, исчезли ли данные из копий, производных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будущих каналов восстановления.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4590288"/>
            <a:ext cx="4526280" cy="47548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727448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200 OK  →  карта  →  проверка  →  сертификат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1097280" cy="640080"/>
          </a:xfrm>
          <a:prstGeom prst="line">
            <a:avLst/>
          </a:prstGeom>
          <a:noFill/>
          <a:ln w="27940">
            <a:solidFill>
              <a:srgbClr val="D3DED7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468880"/>
            <a:ext cx="1078992" cy="-137160"/>
          </a:xfrm>
          <a:prstGeom prst="line">
            <a:avLst/>
          </a:prstGeom>
          <a:noFill/>
          <a:ln w="27940">
            <a:solidFill>
              <a:srgbClr val="D3DED7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828800"/>
            <a:ext cx="713232" cy="1572768"/>
          </a:xfrm>
          <a:prstGeom prst="line">
            <a:avLst/>
          </a:prstGeom>
          <a:noFill/>
          <a:ln w="27940">
            <a:solidFill>
              <a:srgbClr val="D3DED7">
                <a:alpha val="8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3401568"/>
            <a:ext cx="1353312" cy="-932688"/>
          </a:xfrm>
          <a:prstGeom prst="line">
            <a:avLst/>
          </a:prstGeom>
          <a:noFill/>
          <a:ln w="27940">
            <a:solidFill>
              <a:srgbClr val="D3DED7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417320"/>
            <a:ext cx="1536192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563624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13448" y="15087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1755648"/>
            <a:ext cx="1033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94192" y="2139696"/>
            <a:ext cx="160020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2860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0" y="2231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4780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/ индекс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3346704"/>
            <a:ext cx="157276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3493008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57616" y="3438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3685032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/ restore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438144"/>
            <a:ext cx="146304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5664" y="3584448"/>
            <a:ext cx="146304" cy="146304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93408" y="3529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93408" y="3776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+ replay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15400" y="4434840"/>
            <a:ext cx="1993392" cy="694944"/>
          </a:xfrm>
          <a:prstGeom prst="roundRect">
            <a:avLst/>
          </a:prstGeom>
          <a:solidFill>
            <a:srgbClr val="173F38"/>
          </a:solidFill>
          <a:ln w="12700">
            <a:solidFill>
              <a:srgbClr val="173F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15400" y="46451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6016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путь, а не обещание «удалено».</a:t>
            </a:r>
            <a:endParaRPr lang="en-US" sz="123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PROBLEM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запись не живёт в одном месте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Копии, производные и отложенные задачи создают скрытые recovery-path.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2029968"/>
            <a:ext cx="1371600" cy="228600"/>
          </a:xfrm>
          <a:prstGeom prst="roundRect">
            <a:avLst/>
          </a:prstGeom>
          <a:solidFill>
            <a:srgbClr val="E2F0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20574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ПЕРСОНА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59536" y="2542032"/>
            <a:ext cx="246888" cy="246888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61872" y="2450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26974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account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78408" y="2798064"/>
            <a:ext cx="0" cy="438912"/>
          </a:xfrm>
          <a:prstGeom prst="line">
            <a:avLst/>
          </a:prstGeom>
          <a:noFill/>
          <a:ln w="19050">
            <a:solidFill>
              <a:srgbClr val="D3DED7">
                <a:alpha val="9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054096"/>
            <a:ext cx="246888" cy="246888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61872" y="29626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Биометрический шаблон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2095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embedding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78408" y="3310128"/>
            <a:ext cx="0" cy="438912"/>
          </a:xfrm>
          <a:prstGeom prst="line">
            <a:avLst/>
          </a:prstGeom>
          <a:noFill/>
          <a:ln w="19050">
            <a:solidFill>
              <a:srgbClr val="D3DED7">
                <a:alpha val="9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3566160"/>
            <a:ext cx="246888" cy="246888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61872" y="34747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и реплика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37216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read path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78408" y="3822192"/>
            <a:ext cx="0" cy="438912"/>
          </a:xfrm>
          <a:prstGeom prst="line">
            <a:avLst/>
          </a:prstGeom>
          <a:noFill/>
          <a:ln w="19050">
            <a:solidFill>
              <a:srgbClr val="D3DED7">
                <a:alpha val="9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4078224"/>
            <a:ext cx="246888" cy="246888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61872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/ restore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4233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copy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78408" y="4334256"/>
            <a:ext cx="0" cy="438912"/>
          </a:xfrm>
          <a:prstGeom prst="line">
            <a:avLst/>
          </a:prstGeom>
          <a:noFill/>
          <a:ln w="19050">
            <a:solidFill>
              <a:srgbClr val="D3DED7">
                <a:alpha val="9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4590288"/>
            <a:ext cx="246888" cy="246888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261872" y="44988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модель</a:t>
            </a:r>
            <a:endParaRPr lang="en-US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1261872" y="47457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signal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3400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человек → несколько представлений данных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" y="57515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одной строки не закрывает весь граф.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89120" y="2029968"/>
            <a:ext cx="6995160" cy="37947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5488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Скрытый путь назад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26700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производное осталось, запись можно восстановить снова.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0" y="3858768"/>
            <a:ext cx="1536192" cy="-640080"/>
          </a:xfrm>
          <a:prstGeom prst="line">
            <a:avLst/>
          </a:prstGeom>
          <a:noFill/>
          <a:ln w="2794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05472" y="3218688"/>
            <a:ext cx="1481328" cy="658368"/>
          </a:xfrm>
          <a:prstGeom prst="line">
            <a:avLst/>
          </a:prstGeom>
          <a:noFill/>
          <a:ln w="2794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3858768"/>
            <a:ext cx="1261872" cy="932688"/>
          </a:xfrm>
          <a:prstGeom prst="line">
            <a:avLst/>
          </a:prstGeom>
          <a:noFill/>
          <a:ln w="2794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31152" y="4718304"/>
            <a:ext cx="1755648" cy="-877824"/>
          </a:xfrm>
          <a:prstGeom prst="line">
            <a:avLst/>
          </a:prstGeom>
          <a:noFill/>
          <a:ln w="2794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529584"/>
            <a:ext cx="155448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12664" y="3675888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550408" y="36210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550408" y="3867912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76288" y="2926080"/>
            <a:ext cx="17373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22592" y="3072384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260336" y="3017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260336" y="326440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/ feature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641080" y="3529584"/>
            <a:ext cx="15087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87384" y="3675888"/>
            <a:ext cx="146304" cy="146304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025128" y="3621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025128" y="38679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629400" y="4498848"/>
            <a:ext cx="175564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75704" y="4645152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013448" y="459028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013448" y="4837176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job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28032" y="5248656"/>
            <a:ext cx="6099048" cy="347472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29200" y="5340096"/>
            <a:ext cx="5715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«DELETE 200 OK»  ≠  данные исчезли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METHOD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алгоритм. Пять вопросов.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помогают аудиту, но публичный объект — один понятный EraSeMap verdict.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2295144" y="3703320"/>
            <a:ext cx="694944" cy="0"/>
          </a:xfrm>
          <a:prstGeom prst="line">
            <a:avLst/>
          </a:prstGeom>
          <a:noFill/>
          <a:ln w="3048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09067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1271016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существует?</a:t>
            </a:r>
            <a:endParaRPr lang="en-US" sz="121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копий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517136" y="3703320"/>
            <a:ext cx="694944" cy="0"/>
          </a:xfrm>
          <a:prstGeom prst="line">
            <a:avLst/>
          </a:prstGeom>
          <a:noFill/>
          <a:ln w="3048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08376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309067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82112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30" dirty="0"/>
          </a:p>
        </p:txBody>
      </p:sp>
      <p:sp>
        <p:nvSpPr>
          <p:cNvPr id="25" name="Text 23"/>
          <p:cNvSpPr txBox="1"/>
          <p:nvPr/>
        </p:nvSpPr>
        <p:spPr>
          <a:xfrm>
            <a:off x="3493008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путь назад?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3163824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пробы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739128" y="3703320"/>
            <a:ext cx="694944" cy="0"/>
          </a:xfrm>
          <a:prstGeom prst="line">
            <a:avLst/>
          </a:prstGeom>
          <a:noFill/>
          <a:ln w="3048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0368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5816" y="3090672"/>
            <a:ext cx="256032" cy="256032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04104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30" dirty="0"/>
          </a:p>
        </p:txBody>
      </p:sp>
      <p:sp>
        <p:nvSpPr>
          <p:cNvPr id="31" name="Text 29"/>
          <p:cNvSpPr txBox="1"/>
          <p:nvPr/>
        </p:nvSpPr>
        <p:spPr>
          <a:xfrm>
            <a:off x="5715000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удалить?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5385816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план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961120" y="3703320"/>
            <a:ext cx="694944" cy="0"/>
          </a:xfrm>
          <a:prstGeom prst="line">
            <a:avLst/>
          </a:prstGeom>
          <a:noFill/>
          <a:ln w="3048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3090672"/>
            <a:ext cx="256032" cy="256032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26096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30" dirty="0"/>
          </a:p>
        </p:txBody>
      </p:sp>
      <p:sp>
        <p:nvSpPr>
          <p:cNvPr id="37" name="Text 35"/>
          <p:cNvSpPr txBox="1"/>
          <p:nvPr/>
        </p:nvSpPr>
        <p:spPr>
          <a:xfrm>
            <a:off x="7936992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завтра?</a:t>
            </a:r>
            <a:endParaRPr lang="en-US" sz="121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replay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9674352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29800" y="3090672"/>
            <a:ext cx="256032" cy="25603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848088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30" dirty="0"/>
          </a:p>
        </p:txBody>
      </p:sp>
      <p:sp>
        <p:nvSpPr>
          <p:cNvPr id="42" name="Text 40"/>
          <p:cNvSpPr txBox="1"/>
          <p:nvPr/>
        </p:nvSpPr>
        <p:spPr>
          <a:xfrm>
            <a:off x="10158984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доказано?</a:t>
            </a:r>
            <a:endParaRPr lang="en-US" sz="1210" dirty="0"/>
          </a:p>
        </p:txBody>
      </p:sp>
      <p:sp>
        <p:nvSpPr>
          <p:cNvPr id="43" name="Text 41"/>
          <p:cNvSpPr txBox="1"/>
          <p:nvPr/>
        </p:nvSpPr>
        <p:spPr>
          <a:xfrm>
            <a:off x="9829800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243584" y="4892040"/>
            <a:ext cx="9710928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81328" y="505663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 →  поиск  →  минимум действий  →  temporal replay  →  сертификат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97280" y="577900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одна процедура с пятью проверяемыми выходами — не набор несвязанных алгоритмов.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VERDICT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система умеет сказать: INCOMPLETE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ещё активен, EraSeMap не выдаёт ложную уверенность.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86384" y="2057400"/>
            <a:ext cx="3794760" cy="347472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" y="2468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 residual path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041648"/>
            <a:ext cx="914400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4041648"/>
            <a:ext cx="804672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8448" y="391363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391363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0704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072384" y="43434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" y="484632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удаления ещё не закрыл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производный шаблон.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5074920" y="2057400"/>
            <a:ext cx="6327648" cy="34747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2468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только если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3054096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∧  D  ∧  T</a:t>
            </a:r>
            <a:endParaRPr lang="en-US" sz="3700" dirty="0"/>
          </a:p>
        </p:txBody>
      </p:sp>
      <p:sp>
        <p:nvSpPr>
          <p:cNvPr id="28" name="Shape 26"/>
          <p:cNvSpPr/>
          <p:nvPr/>
        </p:nvSpPr>
        <p:spPr>
          <a:xfrm>
            <a:off x="5961888" y="3977640"/>
            <a:ext cx="310896" cy="31089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61888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68112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closure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5468112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paths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900416" y="3977640"/>
            <a:ext cx="310896" cy="31089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00416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 closure</a:t>
            </a:r>
            <a:endParaRPr lang="en-US" sz="103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+ indexes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838944" y="3977640"/>
            <a:ext cx="310896" cy="3108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838944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345168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closure</a:t>
            </a:r>
            <a:endParaRPr lang="en-US" sz="1030" dirty="0"/>
          </a:p>
        </p:txBody>
      </p:sp>
      <p:sp>
        <p:nvSpPr>
          <p:cNvPr id="39" name="Text 37"/>
          <p:cNvSpPr txBox="1"/>
          <p:nvPr/>
        </p:nvSpPr>
        <p:spPr>
          <a:xfrm>
            <a:off x="9345168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is safe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MECHANISM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EraSeMap превращает удаление в доказательство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переход оставляет receipt, probe, replay или certificate.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2249424" y="3447288"/>
            <a:ext cx="804672" cy="0"/>
          </a:xfrm>
          <a:prstGeom prst="line">
            <a:avLst/>
          </a:prstGeom>
          <a:noFill/>
          <a:ln w="29210">
            <a:solidFill>
              <a:srgbClr val="D3DED7">
                <a:alpha val="9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3584" y="2834640"/>
            <a:ext cx="749808" cy="749808"/>
          </a:xfrm>
          <a:prstGeom prst="ellipse">
            <a:avLst/>
          </a:prstGeom>
          <a:solidFill>
            <a:srgbClr val="2E9BD5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известно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71416" y="3447288"/>
            <a:ext cx="804672" cy="0"/>
          </a:xfrm>
          <a:prstGeom prst="line">
            <a:avLst/>
          </a:prstGeom>
          <a:noFill/>
          <a:ln w="29210">
            <a:solidFill>
              <a:srgbClr val="D3DED7">
                <a:alpha val="9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2834640"/>
            <a:ext cx="749808" cy="749808"/>
          </a:xfrm>
          <a:prstGeom prst="ellipse">
            <a:avLst/>
          </a:prstGeom>
          <a:solidFill>
            <a:srgbClr val="079E94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6324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отвечает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3447288"/>
            <a:ext cx="804672" cy="0"/>
          </a:xfrm>
          <a:prstGeom prst="line">
            <a:avLst/>
          </a:prstGeom>
          <a:noFill/>
          <a:ln w="29210">
            <a:solidFill>
              <a:srgbClr val="D3DED7">
                <a:alpha val="9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7568" y="2834640"/>
            <a:ext cx="749808" cy="749808"/>
          </a:xfrm>
          <a:prstGeom prst="ellipse">
            <a:avLst/>
          </a:prstGeom>
          <a:solidFill>
            <a:srgbClr val="D49B43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85232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5400" y="3447288"/>
            <a:ext cx="804672" cy="0"/>
          </a:xfrm>
          <a:prstGeom prst="line">
            <a:avLst/>
          </a:prstGeom>
          <a:noFill/>
          <a:ln w="29210">
            <a:solidFill>
              <a:srgbClr val="D3DED7">
                <a:alpha val="91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2834640"/>
            <a:ext cx="749808" cy="749808"/>
          </a:xfrm>
          <a:prstGeom prst="ellipse">
            <a:avLst/>
          </a:prstGeom>
          <a:solidFill>
            <a:srgbClr val="E8795E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07224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07224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потом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31552" y="2834640"/>
            <a:ext cx="749808" cy="749808"/>
          </a:xfrm>
          <a:prstGeom prst="ellipse">
            <a:avLst/>
          </a:prstGeom>
          <a:solidFill>
            <a:srgbClr val="7077D7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29216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доказано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88720" y="4882896"/>
            <a:ext cx="4370832" cy="594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17320" y="5074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⇔  P ∧ D ∧ 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62472" y="4882896"/>
            <a:ext cx="4892040" cy="5943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5074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показывает границу знаний</a:t>
            </a:r>
            <a:endParaRPr lang="en-US" sz="127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5888736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не зарегистрирован или не проверен — verdict остаётся ограниченным.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EVIDENCE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1 / безопасность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COMPLETE: где система ошибочно сказала «готово». Ниже — лучше.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1993392"/>
            <a:ext cx="7452360" cy="3419856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COMPLETE  ·  НИЖЕ ЛУЧШЕ</a:t>
            </a:r>
            <a:endParaRPr lang="en-US" sz="820" dirty="0"/>
          </a:p>
        </p:txBody>
      </p:sp>
      <p:pic>
        <p:nvPicPr>
          <p:cNvPr id="18" name="Image 0" descr="Сравнение false COMPL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568" y="2596896"/>
            <a:ext cx="6624272" cy="23774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056632"/>
            <a:ext cx="6784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stock-service protocol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21762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60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2523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cases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75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732520" y="3566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PCUG cases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42611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732520" y="46085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replayed gate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5047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bounded result;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production claim.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EVIDENCE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2 / эффективность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cost, wall time и bytes на одной задаче удаления. Ниже — лучше.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1993392"/>
            <a:ext cx="7909560" cy="32461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 ·  TIME  ·  BYTES  ·  НИЖЕ ЛУЧШЕ</a:t>
            </a:r>
            <a:endParaRPr lang="en-US" sz="820" dirty="0"/>
          </a:p>
        </p:txBody>
      </p:sp>
      <p:pic>
        <p:nvPicPr>
          <p:cNvPr id="18" name="Image 0" descr="Сравнение стоимости, времени и by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99998"/>
            <a:ext cx="7543800" cy="203290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52144" y="4919472"/>
            <a:ext cx="7150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 · normalized values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80576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17.64×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180576" y="25877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180576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−94.62%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180576" y="3593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180576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180576" y="45994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cost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07424" y="5047488"/>
            <a:ext cx="2148840" cy="45720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62872" y="5157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safety,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оптимизация.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EVIDENCE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3 / поиск скрытого пути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Активная проба сокращает пространство гипотез после каждого recovery response.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1993392"/>
            <a:ext cx="7242048" cy="343814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HIDDEN-PATH PROBES  ·  НИЖЕ ЛУЧШЕ</a:t>
            </a:r>
            <a:endParaRPr lang="en-US" sz="820" dirty="0"/>
          </a:p>
        </p:txBody>
      </p:sp>
      <p:pic>
        <p:nvPicPr>
          <p:cNvPr id="18" name="Image 0" descr="Сравнение числа проб для скрытого пут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264" y="2587752"/>
            <a:ext cx="3813424" cy="235915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357616" y="1993392"/>
            <a:ext cx="3054096" cy="343814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05088" y="23317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759952" y="29626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436608" y="30358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59952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436608" y="36027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759952" y="40965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436608" y="4169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59368" y="4773168"/>
            <a:ext cx="2468880" cy="3657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69096" y="4882896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 family-held-out OOD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EVIDENCE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4 / сильные стороны и границы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Разделяем выигрыш в storage deletion и отдельный model-unlearning канал.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1993392"/>
            <a:ext cx="7242048" cy="343814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MULTI-AXIS SYSTEM VIEW</a:t>
            </a:r>
            <a:endParaRPr lang="en-US" sz="820" dirty="0"/>
          </a:p>
        </p:txBody>
      </p:sp>
      <p:pic>
        <p:nvPicPr>
          <p:cNvPr id="18" name="Image 0" descr="Многоосевое системное сравн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691" y="2578608"/>
            <a:ext cx="5032858" cy="235915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357616" y="1993392"/>
            <a:ext cx="3054096" cy="343814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59368" y="2322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выигрываем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8723376" y="2971800"/>
            <a:ext cx="118872" cy="11887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79408" y="2926080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COMPLETE = 0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8723376" y="3410712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79408" y="3364992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risk = 0 / 30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723376" y="3849624"/>
            <a:ext cx="118872" cy="11887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79408" y="380390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set is minimal</a:t>
            </a:r>
            <a:endParaRPr lang="en-US" sz="1020" dirty="0"/>
          </a:p>
        </p:txBody>
      </p:sp>
      <p:sp>
        <p:nvSpPr>
          <p:cNvPr id="27" name="Text 24"/>
          <p:cNvSpPr txBox="1"/>
          <p:nvPr/>
        </p:nvSpPr>
        <p:spPr>
          <a:xfrm>
            <a:off x="8659368" y="4425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не заявляем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8668512" y="47640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MUFAC-кандидат не прошёл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retained-utility gate. Exact fallback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safety, но не даёт speedup.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THEORY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вердикта и три проверяемых условия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запись облегчает объяснение; доказательство проверяет composition property.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1005840" y="1984248"/>
            <a:ext cx="10195560" cy="9601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2267712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⇔  P  ∧  D  ∧  T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5296" y="3749040"/>
            <a:ext cx="402336" cy="40233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25296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755648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closure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1755648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paths closed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462272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3749040"/>
            <a:ext cx="402336" cy="40233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81728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 closure</a:t>
            </a:r>
            <a:endParaRPr lang="en-US" sz="122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+ indexes closed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918704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749040"/>
            <a:ext cx="402336" cy="40233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68512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closure</a:t>
            </a:r>
            <a:endParaRPr lang="en-US" sz="1220" dirty="0"/>
          </a:p>
        </p:txBody>
      </p:sp>
      <p:sp>
        <p:nvSpPr>
          <p:cNvPr id="31" name="Text 29"/>
          <p:cNvSpPr txBox="1"/>
          <p:nvPr/>
        </p:nvSpPr>
        <p:spPr>
          <a:xfrm>
            <a:off x="8668512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cannot regenerate</a:t>
            </a:r>
            <a:endParaRPr lang="en-US" sz="94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518464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3 072 / 3 072 formal checks passed in the project proof harness.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65099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формальная conformance-проверка протокола, а не доказательство production deployment.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LIMIT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unlearning — отдельный канал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один из каналов проверки, а не весь verdict.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8096" y="1993392"/>
            <a:ext cx="507492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23317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проверяем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43000" y="2999232"/>
            <a:ext cx="274320" cy="274320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08152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/ retained utility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143000" y="3657600"/>
            <a:ext cx="274320" cy="274320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37398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36758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exact retraining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143000" y="4315968"/>
            <a:ext cx="274320" cy="274320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43000" y="43982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627632" y="4334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attack + utility gate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72784" y="1993392"/>
            <a:ext cx="5138928" cy="352044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233172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результат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MUFAC-кандидат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3364992"/>
            <a:ext cx="2395728" cy="28346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48272" y="3447288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retained-utility gate</a:t>
            </a:r>
            <a:endParaRPr lang="en-US" sz="81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4142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fallback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29400" y="4507992"/>
            <a:ext cx="2304288" cy="28346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48272" y="4590288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safety / no speedup</a:t>
            </a:r>
            <a:endParaRPr lang="en-US" sz="81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8978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граница: approximate unlearning не объявляется успешным без utility gate.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F5D2C8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CBE4D6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POSITION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— в составе доказательств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четыре разрозненных алгоритма, а одна процедура, закрывающая три риска.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отличительных объекта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6112" y="2679192"/>
            <a:ext cx="347472" cy="34747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44752" y="2697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recovery-path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297180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ищем, где запись может появиться снова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96112" y="3438144"/>
            <a:ext cx="347472" cy="34747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44752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closure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37307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будущую регенерацию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96112" y="4197096"/>
            <a:ext cx="347472" cy="34747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44752" y="421538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certificate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44752" y="448970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показываем границу неизвестности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559552" y="2011680"/>
            <a:ext cx="5843016" cy="358444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3DE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89320" y="23408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Лестница доказательств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016752" y="296265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01294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01294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pilot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16752" y="337413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42442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42442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hidden challenge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16752" y="3785616"/>
            <a:ext cx="3639312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383590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383590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family-held-out OOD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16752" y="4197096"/>
            <a:ext cx="3493008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424738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24738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source-locked holdout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016752" y="4608576"/>
            <a:ext cx="3346704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465886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465886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project lab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5961888" y="5138928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сильная воспроизводимость и bounded external inputs.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честный шаг — независимый hidden evaluator.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7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397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D3DED7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CONCLUSION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Проверять путь,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обещание.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24612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превращает удаление из одной команды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проверяемый, временно устойчивый verdict.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86384" y="4443984"/>
            <a:ext cx="4526280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617720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эксперимент: independent hidden challenge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2011680"/>
            <a:ext cx="1207008" cy="804672"/>
          </a:xfrm>
          <a:prstGeom prst="line">
            <a:avLst/>
          </a:prstGeom>
          <a:noFill/>
          <a:ln w="2921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2816352"/>
            <a:ext cx="-566928" cy="1078992"/>
          </a:xfrm>
          <a:prstGeom prst="line">
            <a:avLst/>
          </a:prstGeom>
          <a:noFill/>
          <a:ln w="2921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895344"/>
            <a:ext cx="1234440" cy="-640080"/>
          </a:xfrm>
          <a:prstGeom prst="line">
            <a:avLst/>
          </a:prstGeom>
          <a:noFill/>
          <a:ln w="29210">
            <a:solidFill>
              <a:srgbClr val="D3DED7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7728" y="1737360"/>
            <a:ext cx="1481328" cy="1481328"/>
          </a:xfrm>
          <a:prstGeom prst="ellipse">
            <a:avLst/>
          </a:prstGeom>
          <a:solidFill>
            <a:srgbClr val="CBE4D6">
              <a:alpha val="85000"/>
            </a:srgbClr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67728" y="23317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1170432" cy="1170432"/>
          </a:xfrm>
          <a:prstGeom prst="ellipse">
            <a:avLst/>
          </a:prstGeom>
          <a:solidFill>
            <a:srgbClr val="F5D2C8">
              <a:alpha val="88000"/>
            </a:srgbClr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05088" y="32369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960120" cy="960120"/>
          </a:xfrm>
          <a:prstGeom prst="ellipse">
            <a:avLst/>
          </a:prstGeom>
          <a:solidFill>
            <a:srgbClr val="E2F0E8">
              <a:alpha val="90000"/>
            </a:srgbClr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7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deletion verification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07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EraSeMap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EraSeMap — проверяемый путь удаления данных</dc:title>
  <dc:subject>Evidence-led deletion verification</dc:subject>
  <dc:creator>EraSeMap</dc:creator>
  <cp:lastModifiedBy>EraSeMap</cp:lastModifiedBy>
  <cp:revision>1</cp:revision>
  <dcterms:created xsi:type="dcterms:W3CDTF">2026-08-28T16:59:43Z</dcterms:created>
  <dcterms:modified xsi:type="dcterms:W3CDTF">2026-08-28T16:59:43Z</dcterms:modified>
</cp:coreProperties>
</file>